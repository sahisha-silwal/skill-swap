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371600"/>
            <a:ext cx="10728655" cy="43891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" cy="3108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DECENTRALIZED P2P LEARNING NETWORK</a:t>
            </a:r>
          </a:p>
          <a:p>
            <a:pPr>
              <a:spcBef>
                <a:spcPts val="800"/>
              </a:spcBef>
              <a:defRPr sz="5600" b="1">
                <a:solidFill>
                  <a:srgbClr val="FFFFFF"/>
                </a:solidFill>
                <a:latin typeface="Segoe UI"/>
              </a:defRPr>
            </a:pPr>
            <a:r>
              <a:t>SkillSwap</a:t>
            </a:r>
          </a:p>
          <a:p>
            <a:pPr>
              <a:spcBef>
                <a:spcPts val="400"/>
              </a:spcBef>
              <a:defRPr sz="2200">
                <a:solidFill>
                  <a:srgbClr val="6366F1"/>
                </a:solidFill>
                <a:latin typeface="Segoe UI"/>
              </a:defRPr>
            </a:pPr>
            <a:r>
              <a:t>Learn what you want by teaching what you know.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Replacing expensive traditional tutors with zero-cash peer knowledge exchange.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  THE CORE PARADIGM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Reinventing How We Share 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THE TRADITIONAL PROBLEM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 High Cash Barriers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Traditional private tutors and platforms charge steep recurring fees and subscriptions, creating financial walls to acquiring new skills.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 Passive Learning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Static video tutorials lack dynamic 1-on-1 interaction, direct guidance, and real-time feedback.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 Zero Trust Peer Networks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Basic skill exchanges break down due to unverified skill levels and zero credential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61D2D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THE SKILLSWAP PARADIGM</a:t>
            </a:r>
          </a:p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  Skills as Currency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Trade your existing knowledge directly for new skills without spending a single dollar.</a:t>
            </a:r>
          </a:p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  Multi-Hop Graph Matching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Algorithmically routes 3-way circular trades so everyone finds a perfect match.</a:t>
            </a:r>
          </a:p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  Proctored Skill Verification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Automated quizzes with tab-blur detection ensure verified expertise before teaching.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  SYSTEM INNOVATIONS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Core Features Driving Platform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Circular Swaps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Unlocks match liquidity by routing 3-way circular trades (A → B → C → A) when direct 1-on-1 options are unavailable.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defRPr sz="2800" b="1">
                <a:solidFill>
                  <a:srgbClr val="6366F1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Proctored Skill Checks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Prevents fake credentials through automated interactive quizzes with real-time window-switch &amp; tab-blur detection.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defRPr sz="2800" b="1">
                <a:solidFill>
                  <a:srgbClr val="34D399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Verified Badges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Establishes long-term network trust through earnable proficiency ratings and verified mentor badges.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38328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  ARCHITECTURE &amp; TECH STACK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Built with Modern, Scalable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1887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FRONTEND LAYER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React + Vite Framework   —   Styled with Tailwind CSS &amp; Lucide Icons for high-performance, responsive UI.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1188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698480" cy="11887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tlCol="0" anchor="ctr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BACKEND &amp; ROUTING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Node.js &amp; Express REST API   —   Axios client architecture managing real-time graph routing and peer matchmaking.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9728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10698480" cy="11887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tlCol="0" anchor="ctr"/>
          <a:lstStyle/>
          <a:p>
            <a:pPr algn="ct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DATABASE &amp; SECURITY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Supabase PostgreSQL   —   Row-Level Security (RLS) policies paired with seamless authentication.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109728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  HOW IT WORKS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End-to-End User Experience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468880" cy="34747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STEP 01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Authenticate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Quick registration with Supabase secure auth.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011680"/>
            <a:ext cx="2468880" cy="34747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STEP 02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Verify Skill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Pass a proctored quiz to validate teaching eligibility.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011680"/>
            <a:ext cx="2468880" cy="34747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STEP 03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Match Route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Graph algorithms pair direct or multi-hop trade chains.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2011680"/>
            <a:ext cx="2468880" cy="34747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STEP 04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Start Swap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Connect live 1-on-1 to learn and mentor peers.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  COMPETITIVE ADVANTAGE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Unmatched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defRPr sz="3600" b="1">
                <a:solidFill>
                  <a:srgbClr val="0EA5E9"/>
                </a:solidFill>
                <a:latin typeface="Segoe UI"/>
              </a:defRPr>
            </a:pPr>
            <a:r>
              <a:t>100%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Free Knowledge Exchange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Completely free to use through a peer skill-based currency model, unlike traditional platforms and private tutors that charge heavy fees.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defRPr sz="4800" b="1">
                <a:solidFill>
                  <a:srgbClr val="6366F1"/>
                </a:solidFill>
                <a:latin typeface="Segoe UI"/>
              </a:defRPr>
            </a:pPr>
            <a:r>
              <a:t>+30%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Higher Match Rates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Multi-hop graph routing unlocks trades that standard 1-to-1 platforms miss entirely.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defRPr sz="4800" b="1">
                <a:solidFill>
                  <a:srgbClr val="34D399"/>
                </a:solidFill>
                <a:latin typeface="Segoe UI"/>
              </a:defRPr>
            </a:pPr>
            <a:r>
              <a:t>100%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Verified Expertise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Built-in proctoring ensures every mentor has proven, verified knowledge.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  FUTURE HORIZON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Next-Generation Features &amp; Expansion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1887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AI-Driven Skill Paths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Personalized learning path recommendations generated dynamically based on market demand trends.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1188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698480" cy="11887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Escrow Credit Vaults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Bank earned teaching hours into secure credit vaults to redeem for future learning sessions whenever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9728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10698480" cy="1188720"/>
          </a:xfrm>
          <a:prstGeom prst="rect">
            <a:avLst/>
          </a:prstGeom>
          <a:solidFill>
            <a:srgbClr val="161D2D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Web3 On-Chain Credentials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Mint NFT-backed skill badges providing immutable, globally verifiable proof of technical proficiency.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109728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WHY SKILLSWAP BEATS YOUTUBE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Active Peer Mentorship vs. Passive Viewing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9626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Interactive Mentorship vs. Passive Viewing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YouTube offers one-way video streaming, while SkillSwap provides live, interactive 1-on-1 instruction where you can ask questions and get real-time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08576" y="1920240"/>
            <a:ext cx="29626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Structured &amp; Verified vs. Unfiltered Content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YouTube content is unverified and fragmented. SkillSwap ensures mentors pass proctored skill checks so you learn accurate, verified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1920240"/>
            <a:ext cx="29626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Accountability &amp; Practice vs. Passive Consumption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SkillSwap creates mutual accountability through live swaps, preventing the 'tutorial hell' common with passive YouTube watching.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383280" cy="214511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63040"/>
            <a:ext cx="3383280" cy="1826971"/>
          </a:xfrm>
          <a:prstGeom prst="rect">
            <a:avLst/>
          </a:prstGeom>
        </p:spPr>
      </p:pic>
      <p:pic>
        <p:nvPicPr>
          <p:cNvPr id="11" name="Picture 10" descr="input_fil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63040"/>
            <a:ext cx="3383280" cy="1877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PLATFORM INTERFACE SHOWCASE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Seamless Authentication &amp; Match Engine Dashboard</a:t>
            </a:r>
          </a:p>
        </p:txBody>
      </p:sp>
      <p:pic>
        <p:nvPicPr>
          <p:cNvPr id="3" name="Picture 2" descr="input_fil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206240" cy="2666893"/>
          </a:xfrm>
          <a:prstGeom prst="rect">
            <a:avLst/>
          </a:prstGeom>
        </p:spPr>
      </p:pic>
      <p:pic>
        <p:nvPicPr>
          <p:cNvPr id="4" name="Picture 3" descr="input_fi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371600"/>
            <a:ext cx="6309360" cy="34070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580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ashwindotel66@gmail.com</cp:lastModifiedBy>
  <cp:revision>1</cp:revision>
  <dcterms:created xsi:type="dcterms:W3CDTF">2013-01-27T09:14:16Z</dcterms:created>
  <dcterms:modified xsi:type="dcterms:W3CDTF">2026-09-07T00:39:02Z</dcterms:modified>
  <cp:category/>
</cp:coreProperties>
</file>